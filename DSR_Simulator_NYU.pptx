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64008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79208" y="0"/>
            <a:ext cx="4809744" cy="685800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Distribution System Restoration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B6BC9"/>
                </a:solidFill>
              </a:rPr>
              <a:t>Unknown Fault Discovery Simulator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411480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B6BC9"/>
                </a:solidFill>
              </a:rPr>
              <a:t>Multi-Agent  ·  Scout + RC + MPS  ·  IEEE-13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NYU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14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B6BC9"/>
                </a:solidFill>
              </a:rPr>
              <a:t>Tandon School of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017520"/>
            <a:ext cx="3291840" cy="45720"/>
          </a:xfrm>
          <a:prstGeom prst="rect">
            <a:avLst/>
          </a:prstGeom>
          <a:solidFill>
            <a:srgbClr val="A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154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AAEE"/>
                </a:solidFill>
              </a:rPr>
              <a:t>SAI Lab  ·  New York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6BC9"/>
                </a:solidFill>
              </a:rPr>
              <a:t>NYU Tandon  ·  SAI Lab  ·  Distribution System Restoration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B6BC9"/>
                </a:solidFill>
              </a:rPr>
              <a:t>IEEE-13 multi-agent DSR simulator with unknown fault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6BC9"/>
                </a:solidFill>
              </a:rPr>
              <a:t>NYU Tandon  ·  SAI Lab  ·  Distribution System Restoration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94960" cy="475488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394960" cy="50292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00"/>
                </a:solidFill>
              </a:rPr>
              <a:t>  Network &amp;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5120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IEEE-13 bus network: 19 nodes, 8 loads, 2 switches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TGraph (road routing) + EGraph (power flow)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Faults: edge breaks or node damage, hidden from agents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Outage zones: operator sees dark sections (SCADA), not exact faults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Grid power recomputed each step via BFS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5 training cases with different fault combos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154680"/>
            <a:ext cx="256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7068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5394960" cy="475488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394960" cy="50292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234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00"/>
                </a:solidFill>
              </a:rPr>
              <a:t>  Agents &amp;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28800"/>
            <a:ext cx="5120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RepairCrew (RC): travels, discovers faults, repairs them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Scout: fast search agent, sweeps unvisited outage nodes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MPS: mobile power source, restores isolated islands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Shared visited set — no two agents duplicate a node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globally_claimed: prevents double-assignment mid-travel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▸  Known vs Unknown mode: compares optimal vs realistic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Went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B6BC9"/>
                </a:solidFill>
              </a:rPr>
              <a:t>Bugs found and fixed during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6BC9"/>
                </a:solidFill>
              </a:rPr>
              <a:t>NYU Tandon  ·  SAI Lab  ·  Distribution System Restoration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07008"/>
            <a:ext cx="3566160" cy="201168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07008"/>
            <a:ext cx="3566160" cy="4572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261872"/>
            <a:ext cx="347472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2710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0044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2710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RCs idle at Step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737360"/>
            <a:ext cx="3337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F7"/>
                </a:solidFill>
              </a:rPr>
              <a:t>Repair crews not dispatched
at setup — wasted first hour.
Fixed: kick RCs in setup().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95928" y="1207008"/>
            <a:ext cx="3566160" cy="201168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95928" y="1207008"/>
            <a:ext cx="3566160" cy="4572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3176" y="1261872"/>
            <a:ext cx="347472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12710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0044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6" y="12710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Fault info leaked via EGraph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3944" y="1737360"/>
            <a:ext cx="3337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F7"/>
                </a:solidFill>
              </a:rPr>
              <a:t>Agents guided by live/dead
powered nodes → indirectly
knew fault locations.
Fixed: use explicit outage_zones.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207008"/>
            <a:ext cx="3566160" cy="201168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63256" y="1207008"/>
            <a:ext cx="3566160" cy="4572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0504" y="1261872"/>
            <a:ext cx="347472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08792" y="12710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0044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2984" y="12710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Switch nodes as faults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1737360"/>
            <a:ext cx="3337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F7"/>
                </a:solidFill>
              </a:rPr>
              <a:t>S1 / S2 marked as fault sites
but they are switches, not buses.
Fixed: redesigned all 5 cases.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383280"/>
            <a:ext cx="3566160" cy="201168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383280"/>
            <a:ext cx="3566160" cy="4572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3438144"/>
            <a:ext cx="347472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3447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0044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" y="3447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Duplicate node visits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3913632"/>
            <a:ext cx="3337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F7"/>
                </a:solidFill>
              </a:rPr>
              <a:t>Two agents sent to same node
because global_visited only
updated on arrival.
Fixed: add globally_claimed set.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95928" y="3383280"/>
            <a:ext cx="3566160" cy="201168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95928" y="3383280"/>
            <a:ext cx="3566160" cy="4572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23176" y="3438144"/>
            <a:ext cx="347472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1464" y="3447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0044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5656" y="3447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RC assignment race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3944" y="3913632"/>
            <a:ext cx="3337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F7"/>
                </a:solidFill>
              </a:rPr>
              <a:t>RC2 standing on fault not
counted — RC1 also sent there.
Fixed: _rc_at_fault() check
in assignment loop.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63256" y="3383280"/>
            <a:ext cx="3566160" cy="2011680"/>
          </a:xfrm>
          <a:prstGeom prst="rect">
            <a:avLst/>
          </a:prstGeom>
          <a:solidFill>
            <a:srgbClr val="5C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63256" y="3383280"/>
            <a:ext cx="356616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90504" y="3438144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3447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2984" y="3447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Large unknown overhead (open)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3913632"/>
            <a:ext cx="3337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F7"/>
                </a:solidFill>
              </a:rPr>
              <a:t>Cases 3 &amp; 5 hit 50-step limit
in unknown mode (+39h / +43h).
Root cause: RC assignment logic
still misses some faults.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5605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0392B"/>
                </a:solidFill>
              </a:rPr>
              <a:t>⬡  Issue 6 is still open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B6BC9"/>
                </a:solidFill>
              </a:rPr>
              <a:t>From heuristic simulator to LLM-guided restoration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6BC9"/>
                </a:solidFill>
              </a:rPr>
              <a:t>NYU Tandon  ·  SAI Lab  ·  Distribution System Restoration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3657600" cy="438912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80160"/>
            <a:ext cx="3657600" cy="50292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44168"/>
            <a:ext cx="384048" cy="38404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353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0044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3533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Fix &amp; Scale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74520"/>
            <a:ext cx="34290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Fix remaining RC assignment bug
(unknown overhead Cases 3 &amp; 5)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Add IEEE-33 network (45 nodes, 31 loads)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Run 1000+ episodes per case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Export (state, action, reward) as JSONL
for supervised training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Benchmark: greedy vs random vs optimal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1280160"/>
            <a:ext cx="3657600" cy="438912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87368" y="1280160"/>
            <a:ext cx="3657600" cy="50292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42048" y="1344168"/>
            <a:ext cx="384048" cy="38404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353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0044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13533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 Fine-Tune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1874520"/>
            <a:ext cx="34290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SFT on known-fault optimal trajectories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LoRA adapter on top of base LLM
(Qwen 7B / LLaMA 3)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Input: grid state as structured text prompt
(nodes, faults, agent positions)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Output: next best action for each RC / MPS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Reward signal: weighted loads restored /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1280160"/>
            <a:ext cx="3657600" cy="438912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6136" y="1280160"/>
            <a:ext cx="3657600" cy="50292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00816" y="1344168"/>
            <a:ext cx="384048" cy="38404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28248" y="1353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0044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13533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Evaluate &amp;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1874520"/>
            <a:ext cx="34290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Test LLM on unseen unknown-fault cases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Goal: close the discovery overhead gap
(~5–8h extra vs known baseline)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Compare: LLM vs greedy vs random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Extend to multi-fault, multi-crew scenarios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F2ECF7"/>
                </a:solidFill>
              </a:rPr>
              <a:t>▸  Real-time operator decision support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